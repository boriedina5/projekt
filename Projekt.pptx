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7" r:id="rId5"/>
    <p:sldId id="260" r:id="rId6"/>
    <p:sldId id="261" r:id="rId7"/>
    <p:sldId id="262" r:id="rId8"/>
    <p:sldId id="270" r:id="rId9"/>
    <p:sldId id="271" r:id="rId10"/>
    <p:sldId id="257" r:id="rId11"/>
    <p:sldId id="263" r:id="rId12"/>
    <p:sldId id="264" r:id="rId13"/>
    <p:sldId id="265" r:id="rId14"/>
    <p:sldId id="269" r:id="rId15"/>
    <p:sldId id="266" r:id="rId16"/>
    <p:sldId id="268" r:id="rId1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AD90"/>
    <a:srgbClr val="656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634" autoAdjust="0"/>
  </p:normalViewPr>
  <p:slideViewPr>
    <p:cSldViewPr snapToGrid="0">
      <p:cViewPr>
        <p:scale>
          <a:sx n="66" d="100"/>
          <a:sy n="66" d="100"/>
        </p:scale>
        <p:origin x="133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070D2A-6E9C-43D3-8FC4-67B86C5D619C}" type="datetimeFigureOut">
              <a:rPr lang="hu-HU" smtClean="0"/>
              <a:t>2026. 03. 22.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4AD3F-D4FE-4092-AF57-5A0DE3168D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2442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Keretrendszer és Elrendezés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@extends('layouts.app')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Megmondja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Laravelnek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hogy ez az oldal a központi elrendezést (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layouts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app.blade.php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használja alapként (ebben van általában a fejléc, lábléc és a betűtípusok).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@section('content')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Ez jelöli ki azt a blokkot, ami a "fő tartalom" lesz, és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behelyettesítődik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az alap elrendezésbe.</a:t>
            </a:r>
          </a:p>
          <a:p>
            <a:br>
              <a:rPr lang="hu-HU" dirty="0"/>
            </a:br>
            <a:endParaRPr lang="hu-HU" dirty="0"/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A Dinamikus Ciklus (A kód lelke)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@foreach ($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recipes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$recipe)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Ez a legfontosabb rész. A vezérlőtől (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kapott $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recipes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gyűjteményen megy végig.</a:t>
            </a:r>
          </a:p>
          <a:p>
            <a:pPr lvl="1"/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Minden egyes körben a $recipe változó tárolja az aktuális recept adatait (név, kalória, stb.).</a:t>
            </a:r>
          </a:p>
          <a:p>
            <a:pPr lvl="1"/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Miért jó?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 1 recepted van, 1 kártya lesz. Ha 100, akkor 100. Nem kell kézzel másolgatnod a HTML-t.</a:t>
            </a:r>
          </a:p>
          <a:p>
            <a:br>
              <a:rPr lang="hu-HU" dirty="0"/>
            </a:br>
            <a:endParaRPr lang="hu-HU" dirty="0"/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Link és Útvonal generálás</a:t>
            </a:r>
          </a:p>
          <a:p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recipe.show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[...])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Létrehozza a linket a recept részletes adatlapjához.</a:t>
            </a:r>
          </a:p>
          <a:p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slug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($recipe-&gt;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Ez egy segédfüggvény, ami a recept nevéből URL-barát szöveget csinál.</a:t>
            </a:r>
          </a:p>
          <a:p>
            <a:pPr lvl="1"/>
            <a:r>
              <a:rPr lang="hu-H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Példa: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Wholemeal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Pita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$\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rightarrow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wholemeal-pita-bread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Így a link szép lesz: /recipe/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wholemeal-pita-bread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hu-HU" dirty="0"/>
            </a:br>
            <a:endParaRPr lang="hu-HU" dirty="0"/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Adatok Megjelenítése (A kérdőjelek helyett)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kód az adatbázis oszlopaiból olvassa ki az értékeket a dupla bajusz ({{ }}) jelek között: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{{ $recipe-&gt;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}}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recept neve.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{{ $recipe-&gt;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recipe_kcal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}}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mentett kalóriaérték.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{{ $recipe-&gt;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recipe_ch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}}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protein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többi tápérték.</a:t>
            </a:r>
          </a:p>
          <a:p>
            <a:br>
              <a:rPr lang="hu-HU" dirty="0"/>
            </a:br>
            <a:endParaRPr lang="hu-HU" dirty="0"/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Képkezelés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PHP</a:t>
            </a:r>
          </a:p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="{{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ReceipetPictures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/' .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slug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($recipe-&gt;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. '.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 }}"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Ez a sor dinamikusan állítja össze a kép elérési útját:</a:t>
            </a:r>
          </a:p>
          <a:p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asset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Generál egy teljes URL-t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mappához.</a:t>
            </a:r>
          </a:p>
          <a:p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slug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($recipe-&gt;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Feltételezi, hogy a képeid neve megegyezik a recept nevével, csak kisbetűs és kötőjeles (pl. hard-boiled-eggs.png).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 feltöltesz egy új receptet "Alma" névvel, a kód automatikusan az alma.png-t fogja keresni.</a:t>
            </a:r>
          </a:p>
          <a:p>
            <a:br>
              <a:rPr lang="hu-HU" dirty="0"/>
            </a:br>
            <a:endParaRPr lang="hu-HU" dirty="0"/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Dizájn (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Tailwind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CSS)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kártya megjelenését a CSS osztályok adják:</a:t>
            </a:r>
          </a:p>
          <a:p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bg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-[#f5f5f5]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Világosszürke háttér.</a:t>
            </a:r>
          </a:p>
          <a:p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rounded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-[50px]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Erősen lekerekített sarkok.</a:t>
            </a:r>
          </a:p>
          <a:p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flex-row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szöveg és a kép egymás mellett (vízszintesen) helyezkedik el.</a:t>
            </a:r>
          </a:p>
          <a:p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shadow-sm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Enyhe árnyék, hogy kiemelkedjen a háttérből.</a:t>
            </a:r>
          </a:p>
          <a:p>
            <a:br>
              <a:rPr lang="hu-HU" dirty="0"/>
            </a:br>
            <a:endParaRPr lang="hu-HU" dirty="0"/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Hogyan működik ez a gyakorlatban?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lekéri a recepteket az adatbázisból.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Blade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(ez a kód) megkapja a listát.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Ciklus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legenerálja a HTML-t minden egyes sorhoz.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Böngésző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megjeleníti a kész, adatokkal feltöltött kártyákat.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4AD3F-D4FE-4092-AF57-5A0DE3168DC7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6439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/>
              <a:t>1. kép</a:t>
            </a:r>
          </a:p>
          <a:p>
            <a:r>
              <a:rPr lang="hu-HU" b="1" dirty="0"/>
              <a:t>1. A 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foreach</a:t>
            </a:r>
            <a:r>
              <a:rPr lang="hu-HU" b="1" dirty="0"/>
              <a:t> ciklus</a:t>
            </a:r>
          </a:p>
          <a:p>
            <a:r>
              <a:rPr lang="hu-HU" dirty="0"/>
              <a:t>Végigmegy a korábban definiált 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ingredients</a:t>
            </a:r>
            <a:r>
              <a:rPr lang="hu-HU" dirty="0"/>
              <a:t> tömbön (amiben a nevek vannak, pl. '</a:t>
            </a:r>
            <a:r>
              <a:rPr lang="hu-HU" dirty="0" err="1"/>
              <a:t>apple</a:t>
            </a:r>
            <a:r>
              <a:rPr lang="hu-HU" dirty="0"/>
              <a:t>', '</a:t>
            </a:r>
            <a:r>
              <a:rPr lang="hu-HU" dirty="0" err="1"/>
              <a:t>honey</a:t>
            </a:r>
            <a:r>
              <a:rPr lang="hu-HU" dirty="0"/>
              <a:t>', stb.). Minden egyes körben az aktuális alapanyag nevét hozzárendeli a 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hu-HU" dirty="0"/>
              <a:t> változóhoz.</a:t>
            </a:r>
          </a:p>
          <a:p>
            <a:r>
              <a:rPr lang="hu-HU" b="1" dirty="0"/>
              <a:t>2. A 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firstOrCreate</a:t>
            </a:r>
            <a:r>
              <a:rPr lang="hu-HU" b="1" dirty="0"/>
              <a:t> metódus</a:t>
            </a:r>
          </a:p>
          <a:p>
            <a:r>
              <a:rPr lang="hu-HU" dirty="0"/>
              <a:t>Ez a sor végzi a "piszkos munkát". A működése két lépésből áll, amit egyetlen parancsba sűrítettek:</a:t>
            </a:r>
          </a:p>
          <a:p>
            <a:r>
              <a:rPr lang="hu-HU" b="1" dirty="0"/>
              <a:t>Keresés (</a:t>
            </a:r>
            <a:r>
              <a:rPr lang="hu-HU" b="1" dirty="0" err="1"/>
              <a:t>first</a:t>
            </a:r>
            <a:r>
              <a:rPr lang="hu-HU" b="1" dirty="0"/>
              <a:t>):</a:t>
            </a:r>
            <a:r>
              <a:rPr lang="hu-HU" dirty="0"/>
              <a:t> Megnézi az adatbázis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ingredients</a:t>
            </a:r>
            <a:r>
              <a:rPr lang="hu-HU" dirty="0"/>
              <a:t> táblájában, hogy létezik-e már olyan sor, ahol a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hu-HU" dirty="0"/>
              <a:t> oszlop értéke megegyezik az aktuális 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hu-HU" dirty="0"/>
              <a:t>-el.</a:t>
            </a:r>
          </a:p>
          <a:p>
            <a:r>
              <a:rPr lang="hu-HU" b="1" dirty="0"/>
              <a:t>Létrehozás (</a:t>
            </a:r>
            <a:r>
              <a:rPr lang="hu-HU" b="1" dirty="0" err="1"/>
              <a:t>orCreate</a:t>
            </a:r>
            <a:r>
              <a:rPr lang="hu-HU" b="1" dirty="0"/>
              <a:t>):</a:t>
            </a:r>
            <a:r>
              <a:rPr lang="hu-HU" dirty="0"/>
              <a:t> * </a:t>
            </a:r>
            <a:r>
              <a:rPr lang="hu-HU" b="1" dirty="0"/>
              <a:t>Ha megtalálja:</a:t>
            </a:r>
            <a:r>
              <a:rPr lang="hu-HU" dirty="0"/>
              <a:t> Nem csinál semmit, </a:t>
            </a:r>
            <a:r>
              <a:rPr lang="hu-HU" dirty="0" err="1"/>
              <a:t>továbblép</a:t>
            </a:r>
            <a:r>
              <a:rPr lang="hu-HU" dirty="0"/>
              <a:t> a következő elemre.</a:t>
            </a:r>
          </a:p>
          <a:p>
            <a:pPr lvl="1"/>
            <a:r>
              <a:rPr lang="hu-HU" b="1" dirty="0"/>
              <a:t>Ha NEM találja:</a:t>
            </a:r>
            <a:r>
              <a:rPr lang="hu-HU" dirty="0"/>
              <a:t> Létrehoz egy új rekordot az adatbázisban az adott névvel.</a:t>
            </a:r>
          </a:p>
          <a:p>
            <a:br>
              <a:rPr lang="hu-HU" dirty="0"/>
            </a:br>
            <a:endParaRPr lang="hu-HU" dirty="0"/>
          </a:p>
          <a:p>
            <a:r>
              <a:rPr lang="hu-HU" b="1" dirty="0"/>
              <a:t>Miért jó ez neked?</a:t>
            </a:r>
          </a:p>
          <a:p>
            <a:r>
              <a:rPr lang="hu-HU" b="1" dirty="0" err="1"/>
              <a:t>Idempotencia</a:t>
            </a:r>
            <a:r>
              <a:rPr lang="hu-HU" b="1" dirty="0"/>
              <a:t>:</a:t>
            </a:r>
            <a:r>
              <a:rPr lang="hu-HU" dirty="0"/>
              <a:t> Ez egy elegáns szó arra, hogy a kódot </a:t>
            </a:r>
            <a:r>
              <a:rPr lang="hu-HU" b="1" dirty="0"/>
              <a:t>akárhányszor lefuttathatod</a:t>
            </a:r>
            <a:r>
              <a:rPr lang="hu-HU" dirty="0"/>
              <a:t>, nem fogja </a:t>
            </a:r>
            <a:r>
              <a:rPr lang="hu-HU" dirty="0" err="1"/>
              <a:t>teleszemetelni</a:t>
            </a:r>
            <a:r>
              <a:rPr lang="hu-HU" dirty="0"/>
              <a:t> az adatbázisodat </a:t>
            </a:r>
            <a:r>
              <a:rPr lang="hu-HU" dirty="0" err="1"/>
              <a:t>duplikációkkal</a:t>
            </a:r>
            <a:r>
              <a:rPr lang="hu-HU" dirty="0"/>
              <a:t>. Ha már benne van a "</a:t>
            </a:r>
            <a:r>
              <a:rPr lang="hu-HU" dirty="0" err="1"/>
              <a:t>salt</a:t>
            </a:r>
            <a:r>
              <a:rPr lang="hu-HU" dirty="0"/>
              <a:t>", nem fogja még egyszer beleírni.</a:t>
            </a:r>
          </a:p>
          <a:p>
            <a:r>
              <a:rPr lang="hu-HU" b="1" dirty="0"/>
              <a:t>Biztonság:</a:t>
            </a:r>
            <a:r>
              <a:rPr lang="hu-HU" dirty="0"/>
              <a:t> Segít elkerülni a hibaüzeneteket. Ha sima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</a:t>
            </a:r>
            <a:r>
              <a:rPr lang="hu-HU" dirty="0" err="1"/>
              <a:t>-et</a:t>
            </a:r>
            <a:r>
              <a:rPr lang="hu-HU" dirty="0"/>
              <a:t> használnál és a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hu-HU" dirty="0"/>
              <a:t> meződ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</a:t>
            </a:r>
            <a:r>
              <a:rPr lang="hu-HU" dirty="0"/>
              <a:t> (egyedi) az adatbázisban, a második futtatásnál összeomlana a program. A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firstOrCreate</a:t>
            </a:r>
            <a:r>
              <a:rPr lang="hu-HU" dirty="0"/>
              <a:t> ezt kiküszöböli.</a:t>
            </a:r>
          </a:p>
          <a:p>
            <a:r>
              <a:rPr lang="hu-HU" b="1" dirty="0"/>
              <a:t>Tisztaság:</a:t>
            </a:r>
            <a:r>
              <a:rPr lang="hu-HU" dirty="0"/>
              <a:t> Nem kell manuálisan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if-else</a:t>
            </a:r>
            <a:r>
              <a:rPr lang="hu-HU" dirty="0"/>
              <a:t> ágakat írnod a létezés ellenőrzésére.</a:t>
            </a:r>
          </a:p>
          <a:p>
            <a:r>
              <a:rPr lang="hu-HU" b="1" dirty="0"/>
              <a:t>Példa a működésre:</a:t>
            </a:r>
          </a:p>
          <a:p>
            <a:r>
              <a:rPr lang="hu-HU" dirty="0"/>
              <a:t>Ha a tábládban már benne van a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sugar</a:t>
            </a:r>
            <a:r>
              <a:rPr lang="hu-HU" dirty="0"/>
              <a:t>, de a tömbödben szerepel a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sugar</a:t>
            </a:r>
            <a:r>
              <a:rPr lang="hu-HU" dirty="0"/>
              <a:t> és a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cinnamon</a:t>
            </a:r>
            <a:r>
              <a:rPr lang="hu-HU" dirty="0"/>
              <a:t>:</a:t>
            </a:r>
          </a:p>
          <a:p>
            <a:r>
              <a:rPr lang="hu-HU" dirty="0"/>
              <a:t>A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sugar</a:t>
            </a:r>
            <a:r>
              <a:rPr lang="hu-HU" dirty="0" err="1"/>
              <a:t>-nál</a:t>
            </a:r>
            <a:r>
              <a:rPr lang="hu-HU" dirty="0"/>
              <a:t> látja, hogy már ott van -&gt; </a:t>
            </a:r>
            <a:r>
              <a:rPr lang="hu-HU" b="1" dirty="0"/>
              <a:t>átugorja</a:t>
            </a:r>
            <a:r>
              <a:rPr lang="hu-HU" dirty="0"/>
              <a:t>.</a:t>
            </a:r>
          </a:p>
          <a:p>
            <a:r>
              <a:rPr lang="hu-HU" dirty="0"/>
              <a:t>A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cinnamon</a:t>
            </a:r>
            <a:r>
              <a:rPr lang="hu-HU" dirty="0" err="1"/>
              <a:t>-nál</a:t>
            </a:r>
            <a:r>
              <a:rPr lang="hu-HU" dirty="0"/>
              <a:t> látja, hogy nincs ott -&gt; </a:t>
            </a:r>
            <a:r>
              <a:rPr lang="hu-HU" b="1" dirty="0"/>
              <a:t>beszúrja</a:t>
            </a:r>
          </a:p>
          <a:p>
            <a:endParaRPr lang="hu-HU" b="1" dirty="0"/>
          </a:p>
          <a:p>
            <a:r>
              <a:rPr lang="hu-HU" b="1" dirty="0"/>
              <a:t>2. Kép</a:t>
            </a:r>
          </a:p>
          <a:p>
            <a:r>
              <a:rPr lang="hu-H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1. Recept létrehozása a '</a:t>
            </a:r>
            <a:r>
              <a:rPr lang="hu-H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receipes</a:t>
            </a:r>
            <a:r>
              <a:rPr lang="hu-H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táblába</a:t>
            </a:r>
          </a:p>
          <a:p>
            <a:r>
              <a:rPr lang="hu-H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// A mezőnevek a terved alapján: </a:t>
            </a:r>
            <a:r>
              <a:rPr lang="hu-H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recipe_kcal</a:t>
            </a:r>
            <a:r>
              <a:rPr lang="hu-H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recipe_carbohydrate</a:t>
            </a:r>
            <a:r>
              <a:rPr lang="hu-H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stb.</a:t>
            </a:r>
          </a:p>
          <a:p>
            <a:endParaRPr lang="hu-HU" dirty="0"/>
          </a:p>
          <a:p>
            <a:r>
              <a:rPr lang="hu-H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2. Hozzávalók hozzárendelése (már az adatbázisból keresve)</a:t>
            </a:r>
          </a:p>
          <a:p>
            <a:r>
              <a:rPr lang="hu-H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// Előfeltétel: Az </a:t>
            </a:r>
            <a:r>
              <a:rPr lang="hu-H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IngredientSeeder</a:t>
            </a:r>
            <a:r>
              <a:rPr lang="hu-H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már lefutott és feltöltötte az '</a:t>
            </a:r>
            <a:r>
              <a:rPr lang="hu-H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ingredients</a:t>
            </a:r>
            <a:r>
              <a:rPr lang="hu-H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táblát!</a:t>
            </a:r>
          </a:p>
          <a:p>
            <a:endParaRPr lang="hu-HU" dirty="0"/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A ciklus (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foreach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$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ingredientsWithAmount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egy asszociatív tömb, ahol a kulcs a hozzávaló neve, az érték pedig a mennyiség (pl. '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Hummus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=&gt; '1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tbsp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'). A ciklus minden egyes elemen végigszalad, hogy egyenként feldolgozza őket.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Keresés az adatbázisban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PHP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$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)-&gt;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Itt "megszólítod" az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táblát.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Megkéred, hogy keresse meg azt a sort, ahol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oszlop pontosan egyezik a tömbben lévő névvel.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visszaadja az adott hozzávaló teljes 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objektumát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(ID-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névvel, mindennel), vagy null-t, ha nem találja.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Biztonsági ellenőrzés (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Ez kritikus pont. Ha véletlenül elírtad a hozzávaló nevét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seederben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és az nincs benne az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táblában, a $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értéke null lesz. Az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ág megakadályozza, hogy a kód hibaüzenettel leálljon ("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of non-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").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Az összekapcsolás (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attach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Ez a sor végzi el a tényleges adatbázis-műveletet: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PHP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pita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()-&gt;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['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=&gt; $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]);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pita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ingredients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Ez meghívja a Recipe modellben definiált kapcsolatot. Ez tudja, hogy létezik egy köztes tábla (valószínűleg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recipe_ingredient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vagy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receipe_ingredients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ami a recepteket és hozzávalókat köti össze.</a:t>
            </a:r>
          </a:p>
          <a:p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attach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...)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Beszúr egy új sort a kapcsolótáblába. Beírja a recept ID-ját (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recipe_id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és a megtalált hozzávaló ID-ját (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ingredient_id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['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=&gt; $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Mivel a sima összekapcsoláson kívül nekünk szükségünk van a mennyiségre is (pl. "2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tbsp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"), ezt 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pivot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adatként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adjuk át.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Laravel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ezt az értéket a kapcsolótábla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oszlopába fogja menteni.</a:t>
            </a:r>
          </a:p>
          <a:p>
            <a:br>
              <a:rPr lang="hu-HU" dirty="0"/>
            </a:br>
            <a:endParaRPr lang="hu-HU" dirty="0"/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Hogyan néz ki ez az adatbázisban?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Képzeld el, hogy a recepted ID-ja 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keresett "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Hummus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ID-ja pedig 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kód futása után a kapcsolótáblában (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pivot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ez fog történni: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recipe_idingredient_idamount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10551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tbsp</a:t>
            </a:r>
            <a:endParaRPr lang="hu-H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Miért jó ez a módszer?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 ismételsz adatot: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"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Hummus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adatai (kalória, típus, stb.) csak egyszer vannak meg az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táblában.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Rugalmas: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Ugyanezt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Hummus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 100 másik recepthez is hozzáadhatod, mindegyiknél más-más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értékkel.</a:t>
            </a: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Tiszta: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Laravel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elintézi helyetted a bonyolult INSERT INTO ... SQL lekérdezéseket.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4AD3F-D4FE-4092-AF57-5A0DE3168DC7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636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8128A7-25C6-6784-25A1-FE9252521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9CCFF0B-FD04-C804-F10D-C52D49B53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E0971AE-A28E-EDBF-B82B-4B4E58DC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DB02-4DAD-456C-8139-114E8CD99807}" type="datetimeFigureOut">
              <a:rPr lang="hu-HU" smtClean="0"/>
              <a:t>2026. 03. 22.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DECB324-13AB-1BFA-FF27-3CE18CFA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E2D3369-8CC1-EF48-6FCA-9BFCCE41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EF50-7299-4D96-BBFE-90B01D63CD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691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B892DB-7B05-5EE5-0D89-16AF16332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78ACB8C-279E-7992-293F-27E36EBAC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2885E94-C553-50CD-DDFF-A5818A71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DB02-4DAD-456C-8139-114E8CD99807}" type="datetimeFigureOut">
              <a:rPr lang="hu-HU" smtClean="0"/>
              <a:t>2026. 03. 22.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91A9FAD-0F6A-98D8-464E-2DF34EBA3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4ED7F9D-BB08-5809-5636-0E4934B7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EF50-7299-4D96-BBFE-90B01D63CD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7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1C0B52-0E73-91EF-8CB8-E600F519C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1DF9D28-9825-9637-4604-55BB88DA6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A0DCF97-1A5D-E8CB-A325-9FFE2712B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DB02-4DAD-456C-8139-114E8CD99807}" type="datetimeFigureOut">
              <a:rPr lang="hu-HU" smtClean="0"/>
              <a:t>2026. 03. 22.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B497F1B-F2EF-D6EA-92BE-9645D2456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D86815A-AECA-F7E4-7DC4-A1AF61AB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EF50-7299-4D96-BBFE-90B01D63CD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505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3C9E3A-7A41-CB78-DC4A-AA699C24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48997F-4B1C-8859-6DF7-7C17C7E55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A7D3EC3-8B17-305F-3CA4-21EDD90FE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E22C8C3-CF93-1C5B-D360-2F165EC9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DB02-4DAD-456C-8139-114E8CD99807}" type="datetimeFigureOut">
              <a:rPr lang="hu-HU" smtClean="0"/>
              <a:t>2026. 03. 22.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D3F50D7-3E4A-7A8A-46F4-073601321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4345C9C-9B39-7AA9-83DB-BED23FC5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EF50-7299-4D96-BBFE-90B01D63CD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6651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B0AD76-1AD4-9B34-DAE7-7230E93B0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643DD30-9BF3-8A2D-ECBA-916AAF369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92F3A5D-7291-0A6C-890B-4F0FED773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6832BFA-6900-1A51-3FE2-20ED8501A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7A362B0-281C-FD61-99ED-3AC0B44EE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AA673BB-9DE8-C9DC-43ED-BC942147A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DB02-4DAD-456C-8139-114E8CD99807}" type="datetimeFigureOut">
              <a:rPr lang="hu-HU" smtClean="0"/>
              <a:t>2026. 03. 22.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6DF2AC7-2846-366D-CAFB-89BDBBCFB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329FBC4-ACE7-6364-5057-F5ED6787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EF50-7299-4D96-BBFE-90B01D63CD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1837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9622C8-157A-0937-BD54-DBB48E12E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1772708-A64D-6D16-845C-258B66F47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DB02-4DAD-456C-8139-114E8CD99807}" type="datetimeFigureOut">
              <a:rPr lang="hu-HU" smtClean="0"/>
              <a:t>2026. 03. 22.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96885C5-8C14-BF38-381C-A6C2F7AFB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DEF8F65-7230-BA20-4E1E-E574BC01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EF50-7299-4D96-BBFE-90B01D63CD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87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EF1E36F7-DC1E-34CC-86BD-16632CC3C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DB02-4DAD-456C-8139-114E8CD99807}" type="datetimeFigureOut">
              <a:rPr lang="hu-HU" smtClean="0"/>
              <a:t>2026. 03. 22.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BE5BB06-5382-3CC6-B393-130C545D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A4CBCFB-85D9-C02B-51AB-CD856268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EF50-7299-4D96-BBFE-90B01D63CD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547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A5F7BC-76DA-E293-BAE1-52473443B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7E9A11D-6653-B694-8651-AF02D1774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EC5CEF2-0A2A-667D-7696-9316A2A9F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2C6F7A5-20AA-2A5D-C82B-B34443F9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DB02-4DAD-456C-8139-114E8CD99807}" type="datetimeFigureOut">
              <a:rPr lang="hu-HU" smtClean="0"/>
              <a:t>2026. 03. 22.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CEC87AF-75BA-5AE1-4E9F-625E7C63D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5B3E861-75C7-1282-58D1-159C37D4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EF50-7299-4D96-BBFE-90B01D63CD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270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EE3DE4-5529-97F8-F3DF-219CE784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93C7F4C-AB98-752E-9F80-6FC4E8095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81CF9DC-FC18-1C00-E6A3-6E90CBB4C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369A98C-1E83-03CA-2CB4-88DE6A600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DB02-4DAD-456C-8139-114E8CD99807}" type="datetimeFigureOut">
              <a:rPr lang="hu-HU" smtClean="0"/>
              <a:t>2026. 03. 22.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34BBBAC-59BC-08E9-2871-EC53A4F4C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0BCC38C-C1F8-6D02-2463-D0116B3B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EF50-7299-4D96-BBFE-90B01D63CD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04431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BDB5D5-C253-7763-51DE-064656DAB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6351D47-8B3F-5FD2-B248-1684ED60C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0B88876-2C85-89F7-9085-30E0299D4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DB02-4DAD-456C-8139-114E8CD99807}" type="datetimeFigureOut">
              <a:rPr lang="hu-HU" smtClean="0"/>
              <a:t>2026. 03. 22.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62FC07A-EA79-AF8C-E897-C9064142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83E9036-5287-A7DD-C5F2-6D5F5B0E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EF50-7299-4D96-BBFE-90B01D63CD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0902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7AA1FE9-95A4-2589-CE8F-A4002348E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F615105-37F9-FD81-4DAF-99D85726D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9AC7870-F943-5BF2-5886-4A57B19F5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DB02-4DAD-456C-8139-114E8CD99807}" type="datetimeFigureOut">
              <a:rPr lang="hu-HU" smtClean="0"/>
              <a:t>2026. 03. 22.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A3FEDD6-84DC-41E4-E616-65388BDA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1BAD3FE-BE00-DD98-7FD4-E8632D697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6EF50-7299-4D96-BBFE-90B01D63CD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5538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6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935AD331-D22F-F5F2-4FDD-8E40F806E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DB57E1B-B64A-9931-1DD9-48B55EF77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A0D82E4-C70C-F95E-ED16-2A3C7026E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6DB02-4DAD-456C-8139-114E8CD99807}" type="datetimeFigureOut">
              <a:rPr lang="hu-HU" smtClean="0"/>
              <a:t>2026. 03. 22.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4EC7674-8558-B68C-7556-FE0E9A848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65768E2-C401-D858-091F-47C30CB1A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6EF50-7299-4D96-BBFE-90B01D63CD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063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B5E5B2-604E-5761-9F0F-652AC19AA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/>
          <a:lstStyle/>
          <a:p>
            <a:r>
              <a:rPr lang="hu-HU" dirty="0" err="1">
                <a:solidFill>
                  <a:schemeClr val="bg1"/>
                </a:solidFill>
              </a:rPr>
              <a:t>Fit&amp;Mindfull</a:t>
            </a:r>
            <a:r>
              <a:rPr lang="hu-HU" dirty="0">
                <a:solidFill>
                  <a:schemeClr val="bg1"/>
                </a:solidFill>
              </a:rPr>
              <a:t> app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4678E6E-A96C-989F-DA1B-A506EDD7D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35637"/>
            <a:ext cx="9144000" cy="677701"/>
          </a:xfrm>
        </p:spPr>
        <p:txBody>
          <a:bodyPr/>
          <a:lstStyle/>
          <a:p>
            <a:r>
              <a:rPr lang="hu-HU" dirty="0" err="1">
                <a:solidFill>
                  <a:srgbClr val="B6AD90"/>
                </a:solidFill>
              </a:rPr>
              <a:t>Made</a:t>
            </a:r>
            <a:r>
              <a:rPr lang="hu-HU" dirty="0">
                <a:solidFill>
                  <a:srgbClr val="B6AD90"/>
                </a:solidFill>
              </a:rPr>
              <a:t> </a:t>
            </a:r>
            <a:r>
              <a:rPr lang="hu-HU" dirty="0" err="1">
                <a:solidFill>
                  <a:srgbClr val="B6AD90"/>
                </a:solidFill>
              </a:rPr>
              <a:t>by</a:t>
            </a:r>
            <a:r>
              <a:rPr lang="hu-HU" dirty="0">
                <a:solidFill>
                  <a:srgbClr val="B6AD90"/>
                </a:solidFill>
              </a:rPr>
              <a:t>: Edina Bori, Tünde Horvát, Marcell Bakonyi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6461BA49-BF21-79A0-6B76-BD4E8A9FE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669" y="1870276"/>
            <a:ext cx="4108048" cy="410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743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08B28F-72DA-597D-C5E5-9E6BCA26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</a:rPr>
              <a:t>What</a:t>
            </a:r>
            <a:r>
              <a:rPr lang="hu-HU" dirty="0">
                <a:solidFill>
                  <a:schemeClr val="bg1"/>
                </a:solidFill>
              </a:rPr>
              <a:t> is </a:t>
            </a:r>
            <a:r>
              <a:rPr lang="hu-HU" dirty="0" err="1">
                <a:solidFill>
                  <a:schemeClr val="bg1"/>
                </a:solidFill>
              </a:rPr>
              <a:t>this</a:t>
            </a:r>
            <a:r>
              <a:rPr lang="hu-HU" dirty="0">
                <a:solidFill>
                  <a:schemeClr val="bg1"/>
                </a:solidFill>
              </a:rPr>
              <a:t> app </a:t>
            </a:r>
            <a:r>
              <a:rPr lang="hu-HU" dirty="0" err="1">
                <a:solidFill>
                  <a:schemeClr val="bg1"/>
                </a:solidFill>
              </a:rPr>
              <a:t>for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131D39-42C8-29A7-6D55-035F51D9B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44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7FF5FC-66AA-1356-4976-6FB622BCA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</a:rPr>
              <a:t>Database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plan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7D9919-09D3-FCBB-32D6-519A4E905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1368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35973-B917-7B39-D205-056DDA88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57EB27-D729-A3ED-22EF-3D32C9FC8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</a:rPr>
              <a:t>Authentication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7DF0275-2953-8ACC-D0F4-79F08AB37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906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722232-A1B4-9502-D70C-6CCC9B35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Homepage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C8A3C22-EDF8-ED09-C9AF-61E299231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453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CDD82E-E17D-63B7-B34C-845F4CEB8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</a:rPr>
              <a:t>Workouts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subpage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538BC5-9332-EF5B-12A8-CFA0E5748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8991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3E45C-DF18-1BFC-63FD-F0B2AE4E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5894C7-7538-0B50-9802-7E751E7E5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</a:rPr>
              <a:t>Workout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diary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subpage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DB491B6-A44C-9E26-1384-FC95420B4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630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5C69FC-02BA-4768-13C4-9DD2AF729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9E57556-F324-936C-C519-E5B626B8F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0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Recipe subpage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7AC490F1-B751-6070-9D31-003D5A424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2367465"/>
            <a:ext cx="10639425" cy="388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3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6BCD7-BB92-C59C-647F-44D79D02F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00DEEE-EE20-0A5A-A4EF-C1BA9BC83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5C9D22C-2853-7709-E88D-A8C0A1CA2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E853753-3368-58C5-A418-D83CEE1A9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55218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Recipe subpage</a:t>
            </a:r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91F8AE44-27E9-8610-6587-D54367BD2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38583" y="1250828"/>
            <a:ext cx="9287918" cy="5411608"/>
          </a:xfrm>
          <a:prstGeom prst="rect">
            <a:avLst/>
          </a:prstGeom>
        </p:spPr>
      </p:pic>
      <p:sp>
        <p:nvSpPr>
          <p:cNvPr id="9" name="Téglalap 8">
            <a:extLst>
              <a:ext uri="{FF2B5EF4-FFF2-40B4-BE49-F238E27FC236}">
                <a16:creationId xmlns:a16="http://schemas.microsoft.com/office/drawing/2014/main" id="{5FB85A71-6506-4494-5CCB-2134D85537EF}"/>
              </a:ext>
            </a:extLst>
          </p:cNvPr>
          <p:cNvSpPr/>
          <p:nvPr/>
        </p:nvSpPr>
        <p:spPr>
          <a:xfrm>
            <a:off x="8657863" y="5960962"/>
            <a:ext cx="2268638" cy="694481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794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4D4AD1-304A-E992-C5A7-E0A876C03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Recipe </a:t>
            </a:r>
            <a:r>
              <a:rPr lang="hu-HU" dirty="0" err="1">
                <a:solidFill>
                  <a:schemeClr val="bg1"/>
                </a:solidFill>
              </a:rPr>
              <a:t>subpage</a:t>
            </a:r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27344CF0-46F7-8F96-CB91-0F65C093B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80653" y="1690688"/>
            <a:ext cx="6220693" cy="1009791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D1A2733-8553-2E27-4FD6-E9B035714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081780"/>
            <a:ext cx="5801465" cy="341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96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68861-82A1-4B29-B95F-C3B6A3E48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756C04-11F8-A4EF-184D-C686CDC3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</a:rPr>
              <a:t>Food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Dairy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subpage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EB2294-0537-75DA-2778-E9AD040E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850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2EE1B-E94F-1884-82C8-E25B6357B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7C40EA-7339-9548-8168-8B1E8206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Journal </a:t>
            </a:r>
            <a:r>
              <a:rPr lang="hu-HU" dirty="0" err="1">
                <a:solidFill>
                  <a:schemeClr val="bg1"/>
                </a:solidFill>
              </a:rPr>
              <a:t>subpage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BD5B33E-9788-2455-0BAE-DAF5C5D19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9404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9755E-B8B1-B7AE-12FA-B7DE40E3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A19002-4CCB-CAC7-02A4-A27449A00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</a:rPr>
              <a:t>Mental</a:t>
            </a:r>
            <a:r>
              <a:rPr lang="hu-HU" dirty="0">
                <a:solidFill>
                  <a:schemeClr val="bg1"/>
                </a:solidFill>
              </a:rPr>
              <a:t> Health </a:t>
            </a:r>
            <a:r>
              <a:rPr lang="hu-HU" dirty="0" err="1">
                <a:solidFill>
                  <a:schemeClr val="bg1"/>
                </a:solidFill>
              </a:rPr>
              <a:t>subpage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570967-0523-36DD-39D6-8EDA698EF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64277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AAAE4-0232-EEBA-8110-9DCA1F74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5FD3CE-2E0F-F8E8-C613-9B49CB2A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</a:rPr>
              <a:t>Animations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70EE2BF-F288-A600-ACB7-D7892EC4D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0452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D9FF6-7377-3893-30D9-DC493A5A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DAEEB0-660F-BD95-FB16-B7FCA27D8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</a:rPr>
              <a:t>Responsiveness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369F61-5FFB-5888-BBC2-FEEB224D4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74019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6D624-C5FC-6197-C890-E8EBCD3B5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480F2D3-C188-6C99-51ED-ED1E2EEA2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</a:rPr>
              <a:t>Nativ</a:t>
            </a:r>
            <a:r>
              <a:rPr lang="hu-HU" dirty="0">
                <a:solidFill>
                  <a:schemeClr val="bg1"/>
                </a:solidFill>
              </a:rPr>
              <a:t> app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8F1F90-9621-3867-82B9-4E5BBD765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236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1274</Words>
  <Application>Microsoft Office PowerPoint</Application>
  <PresentationFormat>Szélesvásznú</PresentationFormat>
  <Paragraphs>112</Paragraphs>
  <Slides>16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Office-téma</vt:lpstr>
      <vt:lpstr>Fit&amp;Mindfull app</vt:lpstr>
      <vt:lpstr>What is this app for</vt:lpstr>
      <vt:lpstr>Database plan</vt:lpstr>
      <vt:lpstr>Authentication</vt:lpstr>
      <vt:lpstr>Homepage </vt:lpstr>
      <vt:lpstr>Workouts subpage</vt:lpstr>
      <vt:lpstr>Workout diary subpage</vt:lpstr>
      <vt:lpstr>Recipe subpage</vt:lpstr>
      <vt:lpstr>Recipe subpage</vt:lpstr>
      <vt:lpstr>Recipe subpage</vt:lpstr>
      <vt:lpstr>Food Dairy subpage</vt:lpstr>
      <vt:lpstr>Journal subpage</vt:lpstr>
      <vt:lpstr>Mental Health subpage</vt:lpstr>
      <vt:lpstr>Animations</vt:lpstr>
      <vt:lpstr>Responsiveness</vt:lpstr>
      <vt:lpstr>Nativ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3</cp:revision>
  <dcterms:created xsi:type="dcterms:W3CDTF">2026-03-22T08:17:59Z</dcterms:created>
  <dcterms:modified xsi:type="dcterms:W3CDTF">2026-03-22T11:57:55Z</dcterms:modified>
</cp:coreProperties>
</file>